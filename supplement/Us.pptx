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Bold" charset="1" panose="020B0802020202020204"/>
      <p:regular r:id="rId16"/>
    </p:embeddedFont>
    <p:embeddedFont>
      <p:font typeface="Arial Bold Italics" charset="1" panose="020B0802020202090204"/>
      <p:regular r:id="rId17"/>
    </p:embeddedFont>
    <p:embeddedFont>
      <p:font typeface="Arial" charset="1" panose="020B0502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462779">
            <a:off x="9036468" y="1000764"/>
            <a:ext cx="8285471" cy="8285471"/>
          </a:xfrm>
          <a:custGeom>
            <a:avLst/>
            <a:gdLst/>
            <a:ahLst/>
            <a:cxnLst/>
            <a:rect r="r" b="b" t="t" l="l"/>
            <a:pathLst>
              <a:path h="8285471" w="8285471">
                <a:moveTo>
                  <a:pt x="0" y="0"/>
                </a:moveTo>
                <a:lnTo>
                  <a:pt x="8285471" y="0"/>
                </a:lnTo>
                <a:lnTo>
                  <a:pt x="8285471" y="8285472"/>
                </a:lnTo>
                <a:lnTo>
                  <a:pt x="0" y="8285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247254"/>
            <a:ext cx="9368959" cy="2011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8000" spc="-12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Emotional  Support       Platform - </a:t>
            </a:r>
            <a:r>
              <a:rPr lang="en-US" b="true" sz="8000" i="true" spc="-128">
                <a:solidFill>
                  <a:srgbClr val="FF3131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</a:t>
            </a:r>
            <a:r>
              <a:rPr lang="en-US" b="true" sz="8000" i="true" spc="-128">
                <a:solidFill>
                  <a:srgbClr val="004AA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630649"/>
            <a:ext cx="866140" cy="796102"/>
          </a:xfrm>
          <a:custGeom>
            <a:avLst/>
            <a:gdLst/>
            <a:ahLst/>
            <a:cxnLst/>
            <a:rect r="r" b="b" t="t" l="l"/>
            <a:pathLst>
              <a:path h="796102" w="866140">
                <a:moveTo>
                  <a:pt x="0" y="0"/>
                </a:moveTo>
                <a:lnTo>
                  <a:pt x="866140" y="0"/>
                </a:lnTo>
                <a:lnTo>
                  <a:pt x="866140" y="796102"/>
                </a:lnTo>
                <a:lnTo>
                  <a:pt x="0" y="796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54482" y="847664"/>
            <a:ext cx="3088035" cy="57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Emoti</a:t>
            </a: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onal Support Platform</a:t>
            </a:r>
          </a:p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2F57AA"/>
                </a:solidFill>
                <a:latin typeface="Arial"/>
                <a:ea typeface="Arial"/>
                <a:cs typeface="Arial"/>
                <a:sym typeface="Arial"/>
              </a:rPr>
              <a:t>https://github.com/Domy-MANS/Us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4482" y="4949018"/>
            <a:ext cx="5784422" cy="3959411"/>
            <a:chOff x="0" y="0"/>
            <a:chExt cx="1523469" cy="1042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3469" cy="1042808"/>
            </a:xfrm>
            <a:custGeom>
              <a:avLst/>
              <a:gdLst/>
              <a:ahLst/>
              <a:cxnLst/>
              <a:rect r="r" b="b" t="t" l="l"/>
              <a:pathLst>
                <a:path h="1042808" w="1523469">
                  <a:moveTo>
                    <a:pt x="68259" y="0"/>
                  </a:moveTo>
                  <a:lnTo>
                    <a:pt x="1455210" y="0"/>
                  </a:lnTo>
                  <a:cubicBezTo>
                    <a:pt x="1473314" y="0"/>
                    <a:pt x="1490675" y="7192"/>
                    <a:pt x="1503476" y="19993"/>
                  </a:cubicBezTo>
                  <a:cubicBezTo>
                    <a:pt x="1516278" y="32794"/>
                    <a:pt x="1523469" y="50155"/>
                    <a:pt x="1523469" y="68259"/>
                  </a:cubicBezTo>
                  <a:lnTo>
                    <a:pt x="1523469" y="974549"/>
                  </a:lnTo>
                  <a:cubicBezTo>
                    <a:pt x="1523469" y="1012247"/>
                    <a:pt x="1492908" y="1042808"/>
                    <a:pt x="1455210" y="1042808"/>
                  </a:cubicBezTo>
                  <a:lnTo>
                    <a:pt x="68259" y="1042808"/>
                  </a:lnTo>
                  <a:cubicBezTo>
                    <a:pt x="50155" y="1042808"/>
                    <a:pt x="32794" y="1035616"/>
                    <a:pt x="19993" y="1022815"/>
                  </a:cubicBezTo>
                  <a:cubicBezTo>
                    <a:pt x="7192" y="1010014"/>
                    <a:pt x="0" y="992652"/>
                    <a:pt x="0" y="974549"/>
                  </a:cubicBezTo>
                  <a:lnTo>
                    <a:pt x="0" y="68259"/>
                  </a:lnTo>
                  <a:cubicBezTo>
                    <a:pt x="0" y="30561"/>
                    <a:pt x="30561" y="0"/>
                    <a:pt x="682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523469" cy="1023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25250" y="2276183"/>
            <a:ext cx="5434050" cy="705218"/>
            <a:chOff x="0" y="0"/>
            <a:chExt cx="1417549" cy="183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F3689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630649"/>
            <a:ext cx="866140" cy="796102"/>
          </a:xfrm>
          <a:custGeom>
            <a:avLst/>
            <a:gdLst/>
            <a:ahLst/>
            <a:cxnLst/>
            <a:rect r="r" b="b" t="t" l="l"/>
            <a:pathLst>
              <a:path h="796102" w="866140">
                <a:moveTo>
                  <a:pt x="0" y="0"/>
                </a:moveTo>
                <a:lnTo>
                  <a:pt x="866140" y="0"/>
                </a:lnTo>
                <a:lnTo>
                  <a:pt x="866140" y="796102"/>
                </a:lnTo>
                <a:lnTo>
                  <a:pt x="0" y="79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76500">
            <a:off x="1799953" y="1503917"/>
            <a:ext cx="7768557" cy="7768557"/>
          </a:xfrm>
          <a:custGeom>
            <a:avLst/>
            <a:gdLst/>
            <a:ahLst/>
            <a:cxnLst/>
            <a:rect r="r" b="b" t="t" l="l"/>
            <a:pathLst>
              <a:path h="7768557" w="7768557">
                <a:moveTo>
                  <a:pt x="0" y="0"/>
                </a:moveTo>
                <a:lnTo>
                  <a:pt x="7768558" y="0"/>
                </a:lnTo>
                <a:lnTo>
                  <a:pt x="7768558" y="7768557"/>
                </a:lnTo>
                <a:lnTo>
                  <a:pt x="0" y="77685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315727" y="2528954"/>
            <a:ext cx="4438049" cy="28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2037" b="true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Idea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825250" y="3630106"/>
            <a:ext cx="5434050" cy="705218"/>
            <a:chOff x="0" y="0"/>
            <a:chExt cx="1417549" cy="1839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F3689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315727" y="3882877"/>
            <a:ext cx="4438049" cy="28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2037" b="true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Action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25250" y="5154475"/>
            <a:ext cx="5434050" cy="705218"/>
            <a:chOff x="0" y="0"/>
            <a:chExt cx="1417549" cy="1839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F3689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315727" y="5407245"/>
            <a:ext cx="4438049" cy="28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2037" b="true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AI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825250" y="6678843"/>
            <a:ext cx="5434050" cy="705218"/>
            <a:chOff x="0" y="0"/>
            <a:chExt cx="1417549" cy="1839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F3689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315727" y="6931614"/>
            <a:ext cx="4438049" cy="28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2037" b="true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Research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825250" y="8203211"/>
            <a:ext cx="5434050" cy="705218"/>
            <a:chOff x="0" y="0"/>
            <a:chExt cx="1417549" cy="1839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F3689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315727" y="8455982"/>
            <a:ext cx="4438049" cy="28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2037" b="true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54482" y="847664"/>
            <a:ext cx="3088035" cy="57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Emoti</a:t>
            </a: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onal Support Platform</a:t>
            </a:r>
          </a:p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2F57AA"/>
                </a:solidFill>
                <a:latin typeface="Arial"/>
                <a:ea typeface="Arial"/>
                <a:cs typeface="Arial"/>
                <a:sym typeface="Arial"/>
              </a:rPr>
              <a:t>https://github.com/Domy-MANS/Us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30649"/>
            <a:ext cx="866140" cy="796102"/>
          </a:xfrm>
          <a:custGeom>
            <a:avLst/>
            <a:gdLst/>
            <a:ahLst/>
            <a:cxnLst/>
            <a:rect r="r" b="b" t="t" l="l"/>
            <a:pathLst>
              <a:path h="796102" w="866140">
                <a:moveTo>
                  <a:pt x="0" y="0"/>
                </a:moveTo>
                <a:lnTo>
                  <a:pt x="866140" y="0"/>
                </a:lnTo>
                <a:lnTo>
                  <a:pt x="866140" y="796102"/>
                </a:lnTo>
                <a:lnTo>
                  <a:pt x="0" y="79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77285" y="1762853"/>
            <a:ext cx="10933429" cy="6761294"/>
          </a:xfrm>
          <a:custGeom>
            <a:avLst/>
            <a:gdLst/>
            <a:ahLst/>
            <a:cxnLst/>
            <a:rect r="r" b="b" t="t" l="l"/>
            <a:pathLst>
              <a:path h="6761294" w="10933429">
                <a:moveTo>
                  <a:pt x="0" y="0"/>
                </a:moveTo>
                <a:lnTo>
                  <a:pt x="10933430" y="0"/>
                </a:lnTo>
                <a:lnTo>
                  <a:pt x="10933430" y="6761294"/>
                </a:lnTo>
                <a:lnTo>
                  <a:pt x="0" y="6761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54482" y="847664"/>
            <a:ext cx="3088035" cy="57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Emoti</a:t>
            </a: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onal Support Platform</a:t>
            </a:r>
          </a:p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2F57AA"/>
                </a:solidFill>
                <a:latin typeface="Arial"/>
                <a:ea typeface="Arial"/>
                <a:cs typeface="Arial"/>
                <a:sym typeface="Arial"/>
              </a:rPr>
              <a:t>https://github.com/Domy-MANS/Us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30649"/>
            <a:ext cx="866140" cy="796102"/>
          </a:xfrm>
          <a:custGeom>
            <a:avLst/>
            <a:gdLst/>
            <a:ahLst/>
            <a:cxnLst/>
            <a:rect r="r" b="b" t="t" l="l"/>
            <a:pathLst>
              <a:path h="796102" w="866140">
                <a:moveTo>
                  <a:pt x="0" y="0"/>
                </a:moveTo>
                <a:lnTo>
                  <a:pt x="866140" y="0"/>
                </a:lnTo>
                <a:lnTo>
                  <a:pt x="866140" y="796102"/>
                </a:lnTo>
                <a:lnTo>
                  <a:pt x="0" y="79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45278" y="2319691"/>
            <a:ext cx="7314022" cy="5759792"/>
          </a:xfrm>
          <a:custGeom>
            <a:avLst/>
            <a:gdLst/>
            <a:ahLst/>
            <a:cxnLst/>
            <a:rect r="r" b="b" t="t" l="l"/>
            <a:pathLst>
              <a:path h="5759792" w="7314022">
                <a:moveTo>
                  <a:pt x="0" y="0"/>
                </a:moveTo>
                <a:lnTo>
                  <a:pt x="7314022" y="0"/>
                </a:lnTo>
                <a:lnTo>
                  <a:pt x="7314022" y="5759793"/>
                </a:lnTo>
                <a:lnTo>
                  <a:pt x="0" y="5759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94840" y="2648882"/>
            <a:ext cx="8050438" cy="512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5"/>
              </a:lnSpc>
            </a:pPr>
            <a:r>
              <a:rPr lang="en-US" sz="8015" spc="-128" b="true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U</a:t>
            </a:r>
            <a:r>
              <a:rPr lang="en-US" sz="8015" spc="-128" b="true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sz="8015" spc="-12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is many </a:t>
            </a:r>
            <a:r>
              <a:rPr lang="en-US" sz="8015" spc="-128" b="true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U</a:t>
            </a:r>
            <a:r>
              <a:rPr lang="en-US" sz="8015" spc="-12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l">
              <a:lnSpc>
                <a:spcPts val="7775"/>
              </a:lnSpc>
            </a:pPr>
            <a:r>
              <a:rPr lang="en-US" sz="8015" spc="-128" b="true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U</a:t>
            </a:r>
            <a:r>
              <a:rPr lang="en-US" sz="8015" spc="-128" b="true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sz="8015" spc="-12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focus on </a:t>
            </a:r>
            <a:r>
              <a:rPr lang="en-US" sz="8015" spc="-128" b="true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U</a:t>
            </a:r>
            <a:r>
              <a:rPr lang="en-US" sz="8015" spc="-12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l">
              <a:lnSpc>
                <a:spcPts val="7775"/>
              </a:lnSpc>
            </a:pPr>
            <a:r>
              <a:rPr lang="en-US" sz="8015" spc="-128" b="true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U</a:t>
            </a:r>
            <a:r>
              <a:rPr lang="en-US" sz="8015" spc="-128" b="true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sz="8015" spc="-12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can help </a:t>
            </a:r>
            <a:r>
              <a:rPr lang="en-US" sz="8015" spc="-128" b="true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U</a:t>
            </a:r>
            <a:r>
              <a:rPr lang="en-US" sz="8015" spc="-12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l">
              <a:lnSpc>
                <a:spcPts val="7775"/>
              </a:lnSpc>
            </a:pPr>
            <a:r>
              <a:rPr lang="en-US" sz="8015" spc="-128" b="true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U</a:t>
            </a:r>
            <a:r>
              <a:rPr lang="en-US" sz="8015" spc="-12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can help </a:t>
            </a:r>
            <a:r>
              <a:rPr lang="en-US" sz="8015" spc="-128" b="true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U</a:t>
            </a:r>
            <a:r>
              <a:rPr lang="en-US" sz="8015" spc="-128" b="true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sz="8015" spc="-12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l">
              <a:lnSpc>
                <a:spcPts val="7775"/>
              </a:lnSpc>
            </a:pPr>
            <a:r>
              <a:rPr lang="en-US" sz="8015" spc="-128" b="true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U</a:t>
            </a:r>
            <a:r>
              <a:rPr lang="en-US" sz="8015" spc="-12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belong to </a:t>
            </a:r>
            <a:r>
              <a:rPr lang="en-US" sz="8015" spc="-128" b="true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U</a:t>
            </a:r>
            <a:r>
              <a:rPr lang="en-US" sz="8015" spc="-128" b="true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sz="8015" spc="-12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54482" y="847664"/>
            <a:ext cx="3088035" cy="57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Emoti</a:t>
            </a: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onal Support Platform</a:t>
            </a:r>
          </a:p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2F57AA"/>
                </a:solidFill>
                <a:latin typeface="Arial"/>
                <a:ea typeface="Arial"/>
                <a:cs typeface="Arial"/>
                <a:sym typeface="Arial"/>
              </a:rPr>
              <a:t>https://github.com/Domy-MANS/Us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30649"/>
            <a:ext cx="866140" cy="796102"/>
          </a:xfrm>
          <a:custGeom>
            <a:avLst/>
            <a:gdLst/>
            <a:ahLst/>
            <a:cxnLst/>
            <a:rect r="r" b="b" t="t" l="l"/>
            <a:pathLst>
              <a:path h="796102" w="866140">
                <a:moveTo>
                  <a:pt x="0" y="0"/>
                </a:moveTo>
                <a:lnTo>
                  <a:pt x="866140" y="0"/>
                </a:lnTo>
                <a:lnTo>
                  <a:pt x="866140" y="796102"/>
                </a:lnTo>
                <a:lnTo>
                  <a:pt x="0" y="79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57975"/>
            <a:ext cx="6410827" cy="1971329"/>
          </a:xfrm>
          <a:custGeom>
            <a:avLst/>
            <a:gdLst/>
            <a:ahLst/>
            <a:cxnLst/>
            <a:rect r="r" b="b" t="t" l="l"/>
            <a:pathLst>
              <a:path h="1971329" w="6410827">
                <a:moveTo>
                  <a:pt x="0" y="0"/>
                </a:moveTo>
                <a:lnTo>
                  <a:pt x="6410827" y="0"/>
                </a:lnTo>
                <a:lnTo>
                  <a:pt x="6410827" y="1971329"/>
                </a:lnTo>
                <a:lnTo>
                  <a:pt x="0" y="19713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35005" y="1318096"/>
            <a:ext cx="9327262" cy="3451087"/>
          </a:xfrm>
          <a:custGeom>
            <a:avLst/>
            <a:gdLst/>
            <a:ahLst/>
            <a:cxnLst/>
            <a:rect r="r" b="b" t="t" l="l"/>
            <a:pathLst>
              <a:path h="3451087" w="9327262">
                <a:moveTo>
                  <a:pt x="0" y="0"/>
                </a:moveTo>
                <a:lnTo>
                  <a:pt x="9327262" y="0"/>
                </a:lnTo>
                <a:lnTo>
                  <a:pt x="9327262" y="3451087"/>
                </a:lnTo>
                <a:lnTo>
                  <a:pt x="0" y="3451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2589" y="5559226"/>
            <a:ext cx="7106938" cy="3420214"/>
          </a:xfrm>
          <a:custGeom>
            <a:avLst/>
            <a:gdLst/>
            <a:ahLst/>
            <a:cxnLst/>
            <a:rect r="r" b="b" t="t" l="l"/>
            <a:pathLst>
              <a:path h="3420214" w="7106938">
                <a:moveTo>
                  <a:pt x="0" y="0"/>
                </a:moveTo>
                <a:lnTo>
                  <a:pt x="7106938" y="0"/>
                </a:lnTo>
                <a:lnTo>
                  <a:pt x="7106938" y="3420214"/>
                </a:lnTo>
                <a:lnTo>
                  <a:pt x="0" y="3420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40286" y="6479290"/>
            <a:ext cx="9847714" cy="2675296"/>
          </a:xfrm>
          <a:custGeom>
            <a:avLst/>
            <a:gdLst/>
            <a:ahLst/>
            <a:cxnLst/>
            <a:rect r="r" b="b" t="t" l="l"/>
            <a:pathLst>
              <a:path h="2675296" w="9847714">
                <a:moveTo>
                  <a:pt x="0" y="0"/>
                </a:moveTo>
                <a:lnTo>
                  <a:pt x="9847714" y="0"/>
                </a:lnTo>
                <a:lnTo>
                  <a:pt x="9847714" y="2675296"/>
                </a:lnTo>
                <a:lnTo>
                  <a:pt x="0" y="2675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54482" y="847664"/>
            <a:ext cx="3088035" cy="57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Emoti</a:t>
            </a: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onal Support Platform</a:t>
            </a:r>
          </a:p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2F57AA"/>
                </a:solidFill>
                <a:latin typeface="Arial"/>
                <a:ea typeface="Arial"/>
                <a:cs typeface="Arial"/>
                <a:sym typeface="Arial"/>
              </a:rPr>
              <a:t>https://github.com/Domy-MANS/Us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4234113" y="4029304"/>
            <a:ext cx="0" cy="1509242"/>
          </a:xfrm>
          <a:prstGeom prst="line">
            <a:avLst/>
          </a:prstGeom>
          <a:ln cap="flat" w="171450">
            <a:solidFill>
              <a:srgbClr val="FF3131">
                <a:alpha val="60000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4066424" y="2723994"/>
            <a:ext cx="4668581" cy="1250942"/>
          </a:xfrm>
          <a:prstGeom prst="line">
            <a:avLst/>
          </a:prstGeom>
          <a:ln cap="flat" w="219075">
            <a:solidFill>
              <a:srgbClr val="FF3131">
                <a:alpha val="60000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4234113" y="4029304"/>
            <a:ext cx="7662230" cy="2499364"/>
          </a:xfrm>
          <a:prstGeom prst="line">
            <a:avLst/>
          </a:prstGeom>
          <a:ln cap="flat" w="228600">
            <a:solidFill>
              <a:srgbClr val="FF3131">
                <a:alpha val="60000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1" id="11"/>
          <p:cNvSpPr txBox="true"/>
          <p:nvPr/>
        </p:nvSpPr>
        <p:spPr>
          <a:xfrm rot="0">
            <a:off x="512078" y="1603950"/>
            <a:ext cx="1382762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Login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8734" y="4689475"/>
            <a:ext cx="1270471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SeeU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35005" y="562446"/>
            <a:ext cx="1721569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FindUs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07293" y="5723640"/>
            <a:ext cx="1780707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HelpU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30649"/>
            <a:ext cx="866140" cy="796102"/>
          </a:xfrm>
          <a:custGeom>
            <a:avLst/>
            <a:gdLst/>
            <a:ahLst/>
            <a:cxnLst/>
            <a:rect r="r" b="b" t="t" l="l"/>
            <a:pathLst>
              <a:path h="796102" w="866140">
                <a:moveTo>
                  <a:pt x="0" y="0"/>
                </a:moveTo>
                <a:lnTo>
                  <a:pt x="866140" y="0"/>
                </a:lnTo>
                <a:lnTo>
                  <a:pt x="866140" y="796102"/>
                </a:lnTo>
                <a:lnTo>
                  <a:pt x="0" y="79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54482" y="847664"/>
            <a:ext cx="3088035" cy="57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Emoti</a:t>
            </a: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onal Support Platform</a:t>
            </a:r>
          </a:p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2F57AA"/>
                </a:solidFill>
                <a:latin typeface="Arial"/>
                <a:ea typeface="Arial"/>
                <a:cs typeface="Arial"/>
                <a:sym typeface="Arial"/>
              </a:rPr>
              <a:t>https://github.com/Domy-MANS/Us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8106" y="3506706"/>
            <a:ext cx="16571788" cy="330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4"/>
              </a:lnSpc>
            </a:pPr>
            <a:r>
              <a:rPr lang="en-US" b="true" sz="9148" spc="-146">
                <a:solidFill>
                  <a:srgbClr val="F0F0EF"/>
                </a:solidFill>
                <a:latin typeface="Arial Bold"/>
                <a:ea typeface="Arial Bold"/>
                <a:cs typeface="Arial Bold"/>
                <a:sym typeface="Arial Bold"/>
              </a:rPr>
              <a:t>Try</a:t>
            </a:r>
            <a:r>
              <a:rPr lang="en-US" b="true" sz="9148" spc="-146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 U</a:t>
            </a:r>
            <a:r>
              <a:rPr lang="en-US" b="true" sz="9148" spc="-146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b="true" sz="9148" spc="-14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on Github:</a:t>
            </a:r>
          </a:p>
          <a:p>
            <a:pPr algn="ctr">
              <a:lnSpc>
                <a:spcPts val="8874"/>
              </a:lnSpc>
            </a:pPr>
          </a:p>
          <a:p>
            <a:pPr algn="ctr">
              <a:lnSpc>
                <a:spcPts val="6740"/>
              </a:lnSpc>
            </a:pPr>
            <a:r>
              <a:rPr lang="en-US" b="true" sz="6949" i="true" spc="-111">
                <a:solidFill>
                  <a:srgbClr val="1800A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https://github.com/Domy-MANS/Us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30649"/>
            <a:ext cx="866140" cy="796102"/>
          </a:xfrm>
          <a:custGeom>
            <a:avLst/>
            <a:gdLst/>
            <a:ahLst/>
            <a:cxnLst/>
            <a:rect r="r" b="b" t="t" l="l"/>
            <a:pathLst>
              <a:path h="796102" w="866140">
                <a:moveTo>
                  <a:pt x="0" y="0"/>
                </a:moveTo>
                <a:lnTo>
                  <a:pt x="866140" y="0"/>
                </a:lnTo>
                <a:lnTo>
                  <a:pt x="866140" y="796102"/>
                </a:lnTo>
                <a:lnTo>
                  <a:pt x="0" y="79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99180" y="2728895"/>
            <a:ext cx="2194437" cy="3449812"/>
          </a:xfrm>
          <a:custGeom>
            <a:avLst/>
            <a:gdLst/>
            <a:ahLst/>
            <a:cxnLst/>
            <a:rect r="r" b="b" t="t" l="l"/>
            <a:pathLst>
              <a:path h="3449812" w="2194437">
                <a:moveTo>
                  <a:pt x="0" y="0"/>
                </a:moveTo>
                <a:lnTo>
                  <a:pt x="2194437" y="0"/>
                </a:lnTo>
                <a:lnTo>
                  <a:pt x="2194437" y="3449812"/>
                </a:lnTo>
                <a:lnTo>
                  <a:pt x="0" y="3449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93617" y="2728895"/>
            <a:ext cx="6665683" cy="3449812"/>
          </a:xfrm>
          <a:custGeom>
            <a:avLst/>
            <a:gdLst/>
            <a:ahLst/>
            <a:cxnLst/>
            <a:rect r="r" b="b" t="t" l="l"/>
            <a:pathLst>
              <a:path h="3449812" w="6665683">
                <a:moveTo>
                  <a:pt x="0" y="0"/>
                </a:moveTo>
                <a:lnTo>
                  <a:pt x="6665683" y="0"/>
                </a:lnTo>
                <a:lnTo>
                  <a:pt x="6665683" y="3449812"/>
                </a:lnTo>
                <a:lnTo>
                  <a:pt x="0" y="3449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03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00917" y="2728895"/>
            <a:ext cx="3198264" cy="3449812"/>
          </a:xfrm>
          <a:custGeom>
            <a:avLst/>
            <a:gdLst/>
            <a:ahLst/>
            <a:cxnLst/>
            <a:rect r="r" b="b" t="t" l="l"/>
            <a:pathLst>
              <a:path h="3449812" w="3198264">
                <a:moveTo>
                  <a:pt x="0" y="0"/>
                </a:moveTo>
                <a:lnTo>
                  <a:pt x="3198263" y="0"/>
                </a:lnTo>
                <a:lnTo>
                  <a:pt x="3198263" y="3449812"/>
                </a:lnTo>
                <a:lnTo>
                  <a:pt x="0" y="3449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00917" y="6178707"/>
            <a:ext cx="12058383" cy="3079593"/>
          </a:xfrm>
          <a:custGeom>
            <a:avLst/>
            <a:gdLst/>
            <a:ahLst/>
            <a:cxnLst/>
            <a:rect r="r" b="b" t="t" l="l"/>
            <a:pathLst>
              <a:path h="3079593" w="12058383">
                <a:moveTo>
                  <a:pt x="0" y="0"/>
                </a:moveTo>
                <a:lnTo>
                  <a:pt x="12058383" y="0"/>
                </a:lnTo>
                <a:lnTo>
                  <a:pt x="12058383" y="3079593"/>
                </a:lnTo>
                <a:lnTo>
                  <a:pt x="0" y="30795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49" r="0" b="-334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54482" y="847664"/>
            <a:ext cx="3088035" cy="57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Emoti</a:t>
            </a: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onal Support Platform</a:t>
            </a:r>
          </a:p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2F57AA"/>
                </a:solidFill>
                <a:latin typeface="Arial"/>
                <a:ea typeface="Arial"/>
                <a:cs typeface="Arial"/>
                <a:sym typeface="Arial"/>
              </a:rPr>
              <a:t>https://github.com/Domy-MANS/Us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65090" y="1406062"/>
            <a:ext cx="9930036" cy="113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4"/>
              </a:lnSpc>
              <a:spcBef>
                <a:spcPct val="0"/>
              </a:spcBef>
            </a:pPr>
            <a:r>
              <a:rPr lang="en-US" b="true" sz="598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Embodied AI Agent - UsBot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253241"/>
            <a:ext cx="4113817" cy="273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Ollama</a:t>
            </a:r>
          </a:p>
          <a:p>
            <a:pPr algn="ctr">
              <a:lnSpc>
                <a:spcPts val="7000"/>
              </a:lnSpc>
            </a:pPr>
            <a:r>
              <a:rPr lang="en-US" b="true" sz="5000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Huggingface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OpenAI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5855" y="3431451"/>
            <a:ext cx="4015061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CSS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JS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30649"/>
            <a:ext cx="866140" cy="796102"/>
          </a:xfrm>
          <a:custGeom>
            <a:avLst/>
            <a:gdLst/>
            <a:ahLst/>
            <a:cxnLst/>
            <a:rect r="r" b="b" t="t" l="l"/>
            <a:pathLst>
              <a:path h="796102" w="866140">
                <a:moveTo>
                  <a:pt x="0" y="0"/>
                </a:moveTo>
                <a:lnTo>
                  <a:pt x="866140" y="0"/>
                </a:lnTo>
                <a:lnTo>
                  <a:pt x="866140" y="796102"/>
                </a:lnTo>
                <a:lnTo>
                  <a:pt x="0" y="79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15915">
            <a:off x="2911399" y="2340306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36432" y="1028700"/>
            <a:ext cx="9322868" cy="2587096"/>
          </a:xfrm>
          <a:custGeom>
            <a:avLst/>
            <a:gdLst/>
            <a:ahLst/>
            <a:cxnLst/>
            <a:rect r="r" b="b" t="t" l="l"/>
            <a:pathLst>
              <a:path h="2587096" w="9322868">
                <a:moveTo>
                  <a:pt x="0" y="0"/>
                </a:moveTo>
                <a:lnTo>
                  <a:pt x="9322868" y="0"/>
                </a:lnTo>
                <a:lnTo>
                  <a:pt x="9322868" y="2587096"/>
                </a:lnTo>
                <a:lnTo>
                  <a:pt x="0" y="25870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49652" y="4709150"/>
            <a:ext cx="6109648" cy="4073099"/>
          </a:xfrm>
          <a:custGeom>
            <a:avLst/>
            <a:gdLst/>
            <a:ahLst/>
            <a:cxnLst/>
            <a:rect r="r" b="b" t="t" l="l"/>
            <a:pathLst>
              <a:path h="4073099" w="6109648">
                <a:moveTo>
                  <a:pt x="0" y="0"/>
                </a:moveTo>
                <a:lnTo>
                  <a:pt x="6109648" y="0"/>
                </a:lnTo>
                <a:lnTo>
                  <a:pt x="6109648" y="4073099"/>
                </a:lnTo>
                <a:lnTo>
                  <a:pt x="0" y="4073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551" y="1696797"/>
            <a:ext cx="869862" cy="8192519"/>
          </a:xfrm>
          <a:custGeom>
            <a:avLst/>
            <a:gdLst/>
            <a:ahLst/>
            <a:cxnLst/>
            <a:rect r="r" b="b" t="t" l="l"/>
            <a:pathLst>
              <a:path h="8192519" w="869862">
                <a:moveTo>
                  <a:pt x="0" y="0"/>
                </a:moveTo>
                <a:lnTo>
                  <a:pt x="869862" y="0"/>
                </a:lnTo>
                <a:lnTo>
                  <a:pt x="869862" y="8192520"/>
                </a:lnTo>
                <a:lnTo>
                  <a:pt x="0" y="81925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89413" y="9227489"/>
            <a:ext cx="8480362" cy="661827"/>
          </a:xfrm>
          <a:custGeom>
            <a:avLst/>
            <a:gdLst/>
            <a:ahLst/>
            <a:cxnLst/>
            <a:rect r="r" b="b" t="t" l="l"/>
            <a:pathLst>
              <a:path h="661827" w="8480362">
                <a:moveTo>
                  <a:pt x="0" y="0"/>
                </a:moveTo>
                <a:lnTo>
                  <a:pt x="8480362" y="0"/>
                </a:lnTo>
                <a:lnTo>
                  <a:pt x="8480362" y="661828"/>
                </a:lnTo>
                <a:lnTo>
                  <a:pt x="0" y="6618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54482" y="847664"/>
            <a:ext cx="3088035" cy="57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Emoti</a:t>
            </a: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onal Support Platform</a:t>
            </a:r>
          </a:p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2F57AA"/>
                </a:solidFill>
                <a:latin typeface="Arial"/>
                <a:ea typeface="Arial"/>
                <a:cs typeface="Arial"/>
                <a:sym typeface="Arial"/>
              </a:rPr>
              <a:t>https://github.com/Domy-MANS/Us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95746" y="3382000"/>
            <a:ext cx="4263554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Simulated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89413" y="7900339"/>
            <a:ext cx="1870397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Real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30649"/>
            <a:ext cx="866140" cy="796102"/>
          </a:xfrm>
          <a:custGeom>
            <a:avLst/>
            <a:gdLst/>
            <a:ahLst/>
            <a:cxnLst/>
            <a:rect r="r" b="b" t="t" l="l"/>
            <a:pathLst>
              <a:path h="796102" w="866140">
                <a:moveTo>
                  <a:pt x="0" y="0"/>
                </a:moveTo>
                <a:lnTo>
                  <a:pt x="866140" y="0"/>
                </a:lnTo>
                <a:lnTo>
                  <a:pt x="866140" y="796102"/>
                </a:lnTo>
                <a:lnTo>
                  <a:pt x="0" y="79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686" y="2095579"/>
            <a:ext cx="4901627" cy="6754211"/>
          </a:xfrm>
          <a:custGeom>
            <a:avLst/>
            <a:gdLst/>
            <a:ahLst/>
            <a:cxnLst/>
            <a:rect r="r" b="b" t="t" l="l"/>
            <a:pathLst>
              <a:path h="6754211" w="4901627">
                <a:moveTo>
                  <a:pt x="0" y="0"/>
                </a:moveTo>
                <a:lnTo>
                  <a:pt x="4901627" y="0"/>
                </a:lnTo>
                <a:lnTo>
                  <a:pt x="4901627" y="6754211"/>
                </a:lnTo>
                <a:lnTo>
                  <a:pt x="0" y="675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12887" y="1028700"/>
            <a:ext cx="6046413" cy="4035981"/>
          </a:xfrm>
          <a:custGeom>
            <a:avLst/>
            <a:gdLst/>
            <a:ahLst/>
            <a:cxnLst/>
            <a:rect r="r" b="b" t="t" l="l"/>
            <a:pathLst>
              <a:path h="4035981" w="6046413">
                <a:moveTo>
                  <a:pt x="0" y="0"/>
                </a:moveTo>
                <a:lnTo>
                  <a:pt x="6046413" y="0"/>
                </a:lnTo>
                <a:lnTo>
                  <a:pt x="6046413" y="4035981"/>
                </a:lnTo>
                <a:lnTo>
                  <a:pt x="0" y="40359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61908" y="6717863"/>
            <a:ext cx="8026720" cy="2695319"/>
          </a:xfrm>
          <a:custGeom>
            <a:avLst/>
            <a:gdLst/>
            <a:ahLst/>
            <a:cxnLst/>
            <a:rect r="r" b="b" t="t" l="l"/>
            <a:pathLst>
              <a:path h="2695319" w="8026720">
                <a:moveTo>
                  <a:pt x="0" y="0"/>
                </a:moveTo>
                <a:lnTo>
                  <a:pt x="8026720" y="0"/>
                </a:lnTo>
                <a:lnTo>
                  <a:pt x="8026720" y="2695319"/>
                </a:lnTo>
                <a:lnTo>
                  <a:pt x="0" y="2695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33342" y="5329263"/>
            <a:ext cx="8283852" cy="1124017"/>
          </a:xfrm>
          <a:custGeom>
            <a:avLst/>
            <a:gdLst/>
            <a:ahLst/>
            <a:cxnLst/>
            <a:rect r="r" b="b" t="t" l="l"/>
            <a:pathLst>
              <a:path h="1124017" w="8283852">
                <a:moveTo>
                  <a:pt x="0" y="0"/>
                </a:moveTo>
                <a:lnTo>
                  <a:pt x="8283852" y="0"/>
                </a:lnTo>
                <a:lnTo>
                  <a:pt x="8283852" y="1124017"/>
                </a:lnTo>
                <a:lnTo>
                  <a:pt x="0" y="11240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44001" y="6165523"/>
            <a:ext cx="3999999" cy="3799999"/>
          </a:xfrm>
          <a:custGeom>
            <a:avLst/>
            <a:gdLst/>
            <a:ahLst/>
            <a:cxnLst/>
            <a:rect r="r" b="b" t="t" l="l"/>
            <a:pathLst>
              <a:path h="3799999" w="3999999">
                <a:moveTo>
                  <a:pt x="0" y="0"/>
                </a:moveTo>
                <a:lnTo>
                  <a:pt x="3999999" y="0"/>
                </a:lnTo>
                <a:lnTo>
                  <a:pt x="3999999" y="3799999"/>
                </a:lnTo>
                <a:lnTo>
                  <a:pt x="0" y="37999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268017">
            <a:off x="4367769" y="3131821"/>
            <a:ext cx="7540345" cy="889192"/>
          </a:xfrm>
          <a:custGeom>
            <a:avLst/>
            <a:gdLst/>
            <a:ahLst/>
            <a:cxnLst/>
            <a:rect r="r" b="b" t="t" l="l"/>
            <a:pathLst>
              <a:path h="889192" w="7540345">
                <a:moveTo>
                  <a:pt x="0" y="0"/>
                </a:moveTo>
                <a:lnTo>
                  <a:pt x="7540345" y="0"/>
                </a:lnTo>
                <a:lnTo>
                  <a:pt x="7540345" y="889192"/>
                </a:lnTo>
                <a:lnTo>
                  <a:pt x="0" y="889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47766" y="322012"/>
            <a:ext cx="7369428" cy="955095"/>
          </a:xfrm>
          <a:custGeom>
            <a:avLst/>
            <a:gdLst/>
            <a:ahLst/>
            <a:cxnLst/>
            <a:rect r="r" b="b" t="t" l="l"/>
            <a:pathLst>
              <a:path h="955095" w="7369428">
                <a:moveTo>
                  <a:pt x="0" y="0"/>
                </a:moveTo>
                <a:lnTo>
                  <a:pt x="7369428" y="0"/>
                </a:lnTo>
                <a:lnTo>
                  <a:pt x="7369428" y="955095"/>
                </a:lnTo>
                <a:lnTo>
                  <a:pt x="0" y="9550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54482" y="847664"/>
            <a:ext cx="3088035" cy="57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Emoti</a:t>
            </a: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onal Support Platform</a:t>
            </a:r>
          </a:p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2F57AA"/>
                </a:solidFill>
                <a:latin typeface="Arial"/>
                <a:ea typeface="Arial"/>
                <a:cs typeface="Arial"/>
                <a:sym typeface="Arial"/>
              </a:rPr>
              <a:t>https://github.com/Domy-MANS/Us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30649"/>
            <a:ext cx="866140" cy="796102"/>
          </a:xfrm>
          <a:custGeom>
            <a:avLst/>
            <a:gdLst/>
            <a:ahLst/>
            <a:cxnLst/>
            <a:rect r="r" b="b" t="t" l="l"/>
            <a:pathLst>
              <a:path h="796102" w="866140">
                <a:moveTo>
                  <a:pt x="0" y="0"/>
                </a:moveTo>
                <a:lnTo>
                  <a:pt x="866140" y="0"/>
                </a:lnTo>
                <a:lnTo>
                  <a:pt x="866140" y="796102"/>
                </a:lnTo>
                <a:lnTo>
                  <a:pt x="0" y="79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388605"/>
            <a:ext cx="5509791" cy="5509791"/>
          </a:xfrm>
          <a:custGeom>
            <a:avLst/>
            <a:gdLst/>
            <a:ahLst/>
            <a:cxnLst/>
            <a:rect r="r" b="b" t="t" l="l"/>
            <a:pathLst>
              <a:path h="5509791" w="5509791">
                <a:moveTo>
                  <a:pt x="0" y="0"/>
                </a:moveTo>
                <a:lnTo>
                  <a:pt x="5509791" y="0"/>
                </a:lnTo>
                <a:lnTo>
                  <a:pt x="5509791" y="5509790"/>
                </a:lnTo>
                <a:lnTo>
                  <a:pt x="0" y="55097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99133" y="3998291"/>
            <a:ext cx="14126257" cy="223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b="true" sz="14279" spc="-599">
                <a:solidFill>
                  <a:srgbClr val="2F57AA"/>
                </a:solidFill>
                <a:latin typeface="Arial Bold"/>
                <a:ea typeface="Arial Bold"/>
                <a:cs typeface="Arial Bold"/>
                <a:sym typeface="Arial Bold"/>
              </a:rPr>
              <a:t>:Thank</a:t>
            </a:r>
            <a:r>
              <a:rPr lang="en-US" b="true" sz="14279" spc="-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14279" spc="-599">
                <a:solidFill>
                  <a:srgbClr val="D52D2E"/>
                </a:solidFill>
                <a:latin typeface="Arial Bold"/>
                <a:ea typeface="Arial Bold"/>
                <a:cs typeface="Arial Bold"/>
                <a:sym typeface="Arial Bold"/>
              </a:rPr>
              <a:t>U.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54482" y="847664"/>
            <a:ext cx="3088035" cy="57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Emoti</a:t>
            </a:r>
            <a:r>
              <a:rPr lang="en-US" sz="1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onal Support Platform</a:t>
            </a:r>
          </a:p>
          <a:p>
            <a:pPr algn="ctr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2F57AA"/>
                </a:solidFill>
                <a:latin typeface="Arial"/>
                <a:ea typeface="Arial"/>
                <a:cs typeface="Arial"/>
                <a:sym typeface="Arial"/>
              </a:rPr>
              <a:t>https://github.com/Domy-MANS/Us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DAGtMk0Fdv4</dc:identifier>
  <dcterms:modified xsi:type="dcterms:W3CDTF">2011-08-01T06:04:30Z</dcterms:modified>
  <cp:revision>1</cp:revision>
  <dc:title>Us</dc:title>
</cp:coreProperties>
</file>